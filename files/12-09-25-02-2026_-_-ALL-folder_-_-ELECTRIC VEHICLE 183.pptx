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1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1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A870A93-672C-438A-816D-EEF3E1B1F2FB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7C9B2A-1B3B-4265-BDF1-8343DFEDF07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A870A93-672C-438A-816D-EEF3E1B1F2FB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7C9B2A-1B3B-4265-BDF1-8343DFEDF0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A870A93-672C-438A-816D-EEF3E1B1F2FB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7C9B2A-1B3B-4265-BDF1-8343DFEDF07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A870A93-672C-438A-816D-EEF3E1B1F2FB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7C9B2A-1B3B-4265-BDF1-8343DFEDF0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A870A93-672C-438A-816D-EEF3E1B1F2FB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7C9B2A-1B3B-4265-BDF1-8343DFEDF07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A870A93-672C-438A-816D-EEF3E1B1F2FB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7C9B2A-1B3B-4265-BDF1-8343DFEDF0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A870A93-672C-438A-816D-EEF3E1B1F2FB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7C9B2A-1B3B-4265-BDF1-8343DFEDF0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A870A93-672C-438A-816D-EEF3E1B1F2FB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7C9B2A-1B3B-4265-BDF1-8343DFEDF0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FA870A93-672C-438A-816D-EEF3E1B1F2FB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F17C9B2A-1B3B-4265-BDF1-8343DFEDF0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A870A93-672C-438A-816D-EEF3E1B1F2FB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7C9B2A-1B3B-4265-BDF1-8343DFEDF0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A870A93-672C-438A-816D-EEF3E1B1F2FB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7C9B2A-1B3B-4265-BDF1-8343DFEDF0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FA870A93-672C-438A-816D-EEF3E1B1F2FB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17C9B2A-1B3B-4265-BDF1-8343DFEDF0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ELECTRIC VEHICLE:</a:t>
            </a:r>
            <a:br>
              <a:rPr lang="en-US" sz="4000" dirty="0" smtClean="0"/>
            </a:br>
            <a:r>
              <a:rPr lang="en-US" sz="4000" dirty="0" smtClean="0"/>
              <a:t>THE FUTURE OF MOBILITY</a:t>
            </a:r>
            <a:br>
              <a:rPr lang="en-US" sz="4000" dirty="0" smtClean="0"/>
            </a:b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685800"/>
            <a:ext cx="7772400" cy="36576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 descr="EV1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762000"/>
            <a:ext cx="5638800" cy="3200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v-car-or-electric-vehicle-on-blue-background-vec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What are Electric Vehicles(EVs)?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</a:rPr>
              <a:t>Simply put, EV run on Electricity.</a:t>
            </a:r>
          </a:p>
          <a:p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</a:rPr>
              <a:t>Unlike traditional cars that use </a:t>
            </a:r>
          </a:p>
          <a:p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</a:rPr>
              <a:t>petrol or diesel ,EVs  use electric motors powered by batteries.</a:t>
            </a:r>
          </a:p>
          <a:p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</a:rPr>
              <a:t>They are cleaner, more efficient way to get around.  </a:t>
            </a:r>
          </a:p>
          <a:p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</a:rPr>
              <a:t>NO MORE FUEL TANKS , JUST BATTERIES.</a:t>
            </a:r>
          </a:p>
          <a:p>
            <a:endParaRPr lang="en-US" sz="2000" dirty="0" smtClean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2000" dirty="0" smtClean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2000" dirty="0" smtClean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2000" dirty="0" smtClean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2000" dirty="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</a:rPr>
              <a:t>These vehicles store energy in rechargeable battery packs , which are then used to power the electric motor, driving the wheels.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6705600" cy="914400"/>
          </a:xfrm>
        </p:spPr>
        <p:txBody>
          <a:bodyPr/>
          <a:lstStyle/>
          <a:p>
            <a:r>
              <a:rPr lang="en-US" sz="3200" dirty="0" smtClean="0">
                <a:solidFill>
                  <a:schemeClr val="tx1">
                    <a:lumMod val="85000"/>
                  </a:schemeClr>
                </a:solidFill>
              </a:rPr>
              <a:t>How do EVs Work? </a:t>
            </a:r>
            <a:r>
              <a:rPr lang="en-US" sz="2800" dirty="0" smtClean="0">
                <a:solidFill>
                  <a:schemeClr val="tx1">
                    <a:lumMod val="85000"/>
                  </a:schemeClr>
                </a:solidFill>
              </a:rPr>
              <a:t/>
            </a:r>
            <a:br>
              <a:rPr lang="en-US" sz="2800" dirty="0" smtClean="0">
                <a:solidFill>
                  <a:schemeClr val="tx1">
                    <a:lumMod val="85000"/>
                  </a:schemeClr>
                </a:solidFill>
              </a:rPr>
            </a:br>
            <a:r>
              <a:rPr lang="en-US" sz="2800" dirty="0" smtClean="0">
                <a:solidFill>
                  <a:schemeClr val="tx1">
                    <a:lumMod val="85000"/>
                  </a:schemeClr>
                </a:solidFill>
              </a:rPr>
              <a:t>Basic Components &amp; Function</a:t>
            </a:r>
            <a:endParaRPr lang="en-US" sz="280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1905000" y="1828800"/>
            <a:ext cx="1905000" cy="16002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</a:rPr>
              <a:t>Battery Pack</a:t>
            </a:r>
          </a:p>
          <a:p>
            <a:pPr algn="ctr"/>
            <a:r>
              <a:rPr lang="en-US" sz="1600" dirty="0" smtClean="0"/>
              <a:t>Stores DC energy for vehicle</a:t>
            </a:r>
            <a:endParaRPr lang="en-US" sz="1600" dirty="0"/>
          </a:p>
        </p:txBody>
      </p:sp>
      <p:sp>
        <p:nvSpPr>
          <p:cNvPr id="4" name="Oval 3"/>
          <p:cNvSpPr/>
          <p:nvPr/>
        </p:nvSpPr>
        <p:spPr>
          <a:xfrm>
            <a:off x="3810000" y="1828800"/>
            <a:ext cx="1905000" cy="16002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</a:rPr>
              <a:t>Inverter</a:t>
            </a:r>
          </a:p>
          <a:p>
            <a:pPr algn="ctr"/>
            <a:r>
              <a:rPr lang="en-US" sz="1600" dirty="0" smtClean="0"/>
              <a:t>Converts DC to AC for the motor.</a:t>
            </a:r>
            <a:endParaRPr lang="en-US" sz="1600" dirty="0"/>
          </a:p>
        </p:txBody>
      </p:sp>
      <p:sp>
        <p:nvSpPr>
          <p:cNvPr id="5" name="Oval 4"/>
          <p:cNvSpPr/>
          <p:nvPr/>
        </p:nvSpPr>
        <p:spPr>
          <a:xfrm>
            <a:off x="3886200" y="3429000"/>
            <a:ext cx="1905000" cy="16002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</a:rPr>
              <a:t>Charger Input</a:t>
            </a:r>
          </a:p>
          <a:p>
            <a:pPr algn="ctr"/>
            <a:r>
              <a:rPr lang="en-US" sz="1400" dirty="0" smtClean="0"/>
              <a:t>Supplies energy to recharge the battery.</a:t>
            </a:r>
            <a:endParaRPr lang="en-US" sz="1400" dirty="0"/>
          </a:p>
        </p:txBody>
      </p:sp>
      <p:sp>
        <p:nvSpPr>
          <p:cNvPr id="6" name="Oval 5"/>
          <p:cNvSpPr/>
          <p:nvPr/>
        </p:nvSpPr>
        <p:spPr>
          <a:xfrm>
            <a:off x="1981200" y="3429000"/>
            <a:ext cx="1905000" cy="16002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</a:rPr>
              <a:t>Electric Motor</a:t>
            </a:r>
          </a:p>
          <a:p>
            <a:pPr algn="ctr"/>
            <a:r>
              <a:rPr lang="en-US" sz="1400" dirty="0" smtClean="0"/>
              <a:t>Drives the wheels using AC power.</a:t>
            </a:r>
          </a:p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" y="5257800"/>
            <a:ext cx="8229600" cy="14478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Advantages of EVs </a:t>
            </a:r>
            <a:endParaRPr lang="en-US" dirty="0"/>
          </a:p>
        </p:txBody>
      </p:sp>
      <p:sp>
        <p:nvSpPr>
          <p:cNvPr id="22" name="Content Placeholder 2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EVs produce no harmful gases (like CO2, NO2) at the point of use, improving urban air quality.</a:t>
            </a:r>
          </a:p>
          <a:p>
            <a:r>
              <a:rPr lang="en-US" dirty="0" smtClean="0"/>
              <a:t>Electricity is often cheaper per mile than petrol/diesel, and prices are more stable.</a:t>
            </a:r>
          </a:p>
          <a:p>
            <a:r>
              <a:rPr lang="en-US" dirty="0" smtClean="0"/>
              <a:t>The absence of engine noise and vibrations leads to a more peaceful city.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OIP (1)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1088136"/>
          </a:xfrm>
        </p:spPr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sz="3200" dirty="0" smtClean="0"/>
              <a:t>Disadvantages/Challenges of EVs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Range Anxiety : Concerns about how far an EV can travel on a single charge and the availability of charging stations.</a:t>
            </a:r>
          </a:p>
          <a:p>
            <a:r>
              <a:rPr lang="en-US" sz="2400" dirty="0" smtClean="0"/>
              <a:t>Charging Infrastructure : Limited charging points ,especially in rural areas, can make long journeys </a:t>
            </a:r>
            <a:r>
              <a:rPr lang="en-US" sz="2400" dirty="0" err="1" smtClean="0"/>
              <a:t>challening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ownload (1)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524000"/>
            <a:ext cx="2339811" cy="1752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Charging your EVs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772400" cy="45720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Home Charging : Most convenient option ,</a:t>
            </a:r>
          </a:p>
          <a:p>
            <a:pPr>
              <a:buNone/>
            </a:pPr>
            <a:r>
              <a:rPr lang="en-US" sz="2400" dirty="0" smtClean="0"/>
              <a:t>Often done overnight. Can use a standard wall </a:t>
            </a:r>
          </a:p>
          <a:p>
            <a:pPr>
              <a:buNone/>
            </a:pPr>
            <a:r>
              <a:rPr lang="en-US" sz="2400" dirty="0" smtClean="0"/>
              <a:t>Outlet charger installed at home.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Public  Stations :Found at workplace, shopping</a:t>
            </a:r>
          </a:p>
          <a:p>
            <a:pPr>
              <a:buNone/>
            </a:pPr>
            <a:r>
              <a:rPr lang="en-US" sz="2400" dirty="0" smtClean="0"/>
              <a:t>Malls, highways and dedicated charging hubs.</a:t>
            </a:r>
          </a:p>
        </p:txBody>
      </p:sp>
      <p:pic>
        <p:nvPicPr>
          <p:cNvPr id="5" name="Picture 4" descr="EV1.jf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3657600"/>
            <a:ext cx="2600325" cy="1743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of EVs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solidFill>
                  <a:schemeClr val="accent3">
                    <a:lumMod val="75000"/>
                  </a:schemeClr>
                </a:solidFill>
              </a:rPr>
              <a:t>Autonomous Driving &amp; Integration </a:t>
            </a:r>
          </a:p>
          <a:p>
            <a:pPr>
              <a:buNone/>
            </a:pPr>
            <a:r>
              <a:rPr lang="en-US" sz="2400" dirty="0" smtClean="0"/>
              <a:t>EVs are the perfect platforms for </a:t>
            </a:r>
          </a:p>
          <a:p>
            <a:pPr>
              <a:buNone/>
            </a:pPr>
            <a:r>
              <a:rPr lang="en-US" sz="2400" dirty="0" smtClean="0"/>
              <a:t>Self-driving technology. We will </a:t>
            </a:r>
          </a:p>
          <a:p>
            <a:pPr>
              <a:buNone/>
            </a:pPr>
            <a:r>
              <a:rPr lang="en-US" sz="2400" dirty="0" smtClean="0"/>
              <a:t>Seamless integration with smart</a:t>
            </a:r>
          </a:p>
          <a:p>
            <a:pPr>
              <a:buNone/>
            </a:pPr>
            <a:r>
              <a:rPr lang="en-US" sz="2400" dirty="0" smtClean="0"/>
              <a:t>City infrastructure, optimizing</a:t>
            </a:r>
          </a:p>
          <a:p>
            <a:pPr>
              <a:buNone/>
            </a:pPr>
            <a:r>
              <a:rPr lang="en-US" sz="2400" dirty="0" smtClean="0"/>
              <a:t>Traffic flow and reduce congestion. 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7" name="Picture 6" descr="download (4)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438400"/>
            <a:ext cx="3371850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Electric vehicles represent more</a:t>
            </a:r>
          </a:p>
          <a:p>
            <a:pPr>
              <a:buNone/>
            </a:pPr>
            <a:r>
              <a:rPr lang="en-US" sz="2400" dirty="0" smtClean="0"/>
              <a:t> than just a mode of transport, they </a:t>
            </a:r>
          </a:p>
          <a:p>
            <a:pPr>
              <a:buNone/>
            </a:pPr>
            <a:r>
              <a:rPr lang="en-US" sz="2400" dirty="0" smtClean="0"/>
              <a:t>are a significant step towards a </a:t>
            </a:r>
          </a:p>
          <a:p>
            <a:pPr>
              <a:buNone/>
            </a:pPr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Sustainable and cleaner future </a:t>
            </a:r>
            <a:r>
              <a:rPr lang="en-US" sz="2400" dirty="0" smtClean="0"/>
              <a:t>. </a:t>
            </a:r>
          </a:p>
          <a:p>
            <a:pPr>
              <a:buNone/>
            </a:pPr>
            <a:r>
              <a:rPr lang="en-US" sz="2400" dirty="0" smtClean="0"/>
              <a:t>While challenges remain, continuous </a:t>
            </a:r>
          </a:p>
          <a:p>
            <a:pPr>
              <a:buNone/>
            </a:pPr>
            <a:r>
              <a:rPr lang="en-US" sz="2400" dirty="0" smtClean="0"/>
              <a:t>Innovation and growing support will</a:t>
            </a:r>
          </a:p>
          <a:p>
            <a:pPr>
              <a:buNone/>
            </a:pPr>
            <a:r>
              <a:rPr lang="en-US" sz="2400" dirty="0" smtClean="0"/>
              <a:t>undoubtedly accelerate their adaption.</a:t>
            </a:r>
          </a:p>
        </p:txBody>
      </p:sp>
      <p:pic>
        <p:nvPicPr>
          <p:cNvPr id="4" name="Picture 3" descr="OIP (8)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752600"/>
            <a:ext cx="3048000" cy="441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155</TotalTime>
  <Words>327</Words>
  <Application>Microsoft Office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Metro</vt:lpstr>
      <vt:lpstr>ELECTRIC VEHICLE: THE FUTURE OF MOBILITY </vt:lpstr>
      <vt:lpstr>What are Electric Vehicles(EVs)?</vt:lpstr>
      <vt:lpstr>How do EVs Work?  Basic Components &amp; Function</vt:lpstr>
      <vt:lpstr>Advantages of EVs </vt:lpstr>
      <vt:lpstr> Disadvantages/Challenges of EVs</vt:lpstr>
      <vt:lpstr>Charging your EVs</vt:lpstr>
      <vt:lpstr>Future of EVs</vt:lpstr>
      <vt:lpstr>Conclusion 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cse</dc:creator>
  <cp:lastModifiedBy>cse</cp:lastModifiedBy>
  <cp:revision>18</cp:revision>
  <dcterms:created xsi:type="dcterms:W3CDTF">2025-12-03T21:36:08Z</dcterms:created>
  <dcterms:modified xsi:type="dcterms:W3CDTF">2026-02-20T09:04:15Z</dcterms:modified>
</cp:coreProperties>
</file>